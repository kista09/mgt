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FB300">
              <a:alpha val="12000"/>
            </a:srgbClr>
          </a:solidFill>
          <a:ln w="12700">
            <a:solidFill>
              <a:srgbClr val="FFB30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FB300">
              <a:alpha val="8000"/>
            </a:srgbClr>
          </a:solidFill>
          <a:ln w="12700">
            <a:solidFill>
              <a:srgbClr val="FFB3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743200" cy="2743200"/>
          </a:xfrm>
          <a:prstGeom prst="ellipse">
            <a:avLst/>
          </a:prstGeom>
          <a:solidFill>
            <a:srgbClr val="3A2200"/>
          </a:solidFill>
          <a:ln w="381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4300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48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760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1737360" cy="420624"/>
          </a:xfrm>
          <a:prstGeom prst="roundRect">
            <a:avLst>
              <a:gd name="adj" fmla="val 21739"/>
            </a:avLst>
          </a:prstGeom>
          <a:solidFill>
            <a:srgbClr val="3A2200"/>
          </a:solidFill>
          <a:ln w="22860">
            <a:solidFill>
              <a:srgbClr val="FFB3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72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1214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Services at Your Fingertips.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0292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help, services, repairs and diagnostics — booked in seconds via MGT.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62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MgucaTECH  ·  mgucatech.com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MGT?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1371600"/>
          </a:xfrm>
          <a:prstGeom prst="rect">
            <a:avLst/>
          </a:prstGeom>
          <a:solidFill>
            <a:srgbClr val="0F20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984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Mechanic gives vehicle owners instant access to verified mechanics, panel beaters, and tyre fitters via a smart chat-based booking flow — whether you're broken down or just need a service.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880360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90779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3136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A natural conversation guides every booking.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538728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3630168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65760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88720" y="38862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 are credentialled, rated, and reviewed.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4288536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4379976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0740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46360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and web — book from any device, anytime.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1188720"/>
            <a:ext cx="2606040" cy="3749040"/>
          </a:xfrm>
          <a:prstGeom prst="rect">
            <a:avLst/>
          </a:prstGeom>
          <a:solidFill>
            <a:srgbClr val="0F2035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solidFill>
            <a:srgbClr val="3A2200"/>
          </a:solidFill>
          <a:ln w="12700">
            <a:solidFill>
              <a:srgbClr val="3A22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MECHANIC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920240"/>
            <a:ext cx="1417320" cy="1417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936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Tap. Chat.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Booked.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309360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Available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any of the following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MGT chat flow.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47288" y="201168"/>
            <a:ext cx="2615184" cy="146304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228600"/>
            <a:ext cx="25603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Service &amp; Maintenance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02736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vehicle service at a trusted workshop.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5352" y="201168"/>
            <a:ext cx="2615184" cy="146304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2784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72784" y="228600"/>
            <a:ext cx="25603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Emergency Assistance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Stranded? Get a mechanic to you fast.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47288" y="1801368"/>
            <a:ext cx="2615184" cy="146304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1828800"/>
            <a:ext cx="25603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02736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Diagnostics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02736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 scan and fault code interpretation.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45352" y="1801368"/>
            <a:ext cx="2615184" cy="146304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72784" y="1828800"/>
            <a:ext cx="25603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Tyre, Brake &amp; Electrical Repairs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0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specialists for every vehicle system.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47288" y="3401568"/>
            <a:ext cx="2615184" cy="146304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74720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74720" y="3429000"/>
            <a:ext cx="25603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02736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Beating &amp; Smash Repair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02736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quotes from verified body shops.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45352" y="3401568"/>
            <a:ext cx="2615184" cy="146304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72784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72784" y="3429000"/>
            <a:ext cx="25603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Pre-Purchase Inspections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0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checks before you buy a used car.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Mechanic on MGT — 5 Simple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92224" y="2057400"/>
            <a:ext cx="201168" cy="73152"/>
          </a:xfrm>
          <a:prstGeom prst="rect">
            <a:avLst/>
          </a:prstGeom>
          <a:solidFill>
            <a:srgbClr val="FFB300">
              <a:alpha val="50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08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060704"/>
            <a:ext cx="347472" cy="3474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459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MGT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Mechanic from the home screen.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29584" y="2057400"/>
            <a:ext cx="201168" cy="73152"/>
          </a:xfrm>
          <a:prstGeom prst="rect">
            <a:avLst/>
          </a:prstGeom>
          <a:solidFill>
            <a:srgbClr val="FFB300">
              <a:alpha val="50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9339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508760"/>
            <a:ext cx="685800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17520" y="1060704"/>
            <a:ext cx="347472" cy="3474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1752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0195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Issue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0195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flow asks about the vehicle make, model, and problem.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66944" y="2057400"/>
            <a:ext cx="201168" cy="73152"/>
          </a:xfrm>
          <a:prstGeom prst="rect">
            <a:avLst/>
          </a:prstGeom>
          <a:solidFill>
            <a:srgbClr val="FFB300">
              <a:alpha val="50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3075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508760"/>
            <a:ext cx="685800" cy="685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754880" y="1060704"/>
            <a:ext cx="347472" cy="3474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63931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63931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verified mechanics are shown with availability.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004304" y="2057400"/>
            <a:ext cx="201168" cy="73152"/>
          </a:xfrm>
          <a:prstGeom prst="rect">
            <a:avLst/>
          </a:prstGeom>
          <a:solidFill>
            <a:srgbClr val="FFB300">
              <a:alpha val="50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6811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508760"/>
            <a:ext cx="685800" cy="6858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92240" y="1060704"/>
            <a:ext cx="347472" cy="3474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9224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37667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7667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confirms booking or requests emergency callout.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20547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508760"/>
            <a:ext cx="685800" cy="6858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229600" y="1060704"/>
            <a:ext cx="347472" cy="3474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296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11403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11403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arrives or user drops vehicle — updates tracked live.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2200"/>
          </a:solidFill>
          <a:ln w="12700">
            <a:solidFill>
              <a:srgbClr val="3A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MECHANIC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 on MGT Mechanic?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1088136"/>
            <a:ext cx="4169664" cy="1152144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35608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6304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walk in every day via the MGT platform.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27448" y="1088136"/>
            <a:ext cx="4169664" cy="1152144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435608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6304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decline jobs directly from the provider app.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46888" y="2386584"/>
            <a:ext cx="4169664" cy="1152144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734056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6148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your certifications and specialisations on your profile.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27448" y="2386584"/>
            <a:ext cx="4169664" cy="1152144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734056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76148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0468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quote requests save time on phone enquiries.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246888" y="3685032"/>
            <a:ext cx="4169664" cy="1152144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11480" y="4032504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59936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bookings, payments, and reviews in one dashboard.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27448" y="3685032"/>
            <a:ext cx="4169664" cy="1152144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5488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4032504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059936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0468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callouts flagged as priority — premium fee applies.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run your bookings.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17830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16152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4358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bookings, availability, and client messages from your phone.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04872" y="1051560"/>
            <a:ext cx="2011680" cy="17830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2304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216152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4358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3744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23744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unavailable slots. No double-bookings. Ever.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81144" y="1051560"/>
            <a:ext cx="2011680" cy="17830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08576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1216152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24358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in-app reminders sent to clients before every appointment.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7416" y="1051560"/>
            <a:ext cx="2011680" cy="17830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84848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94576" y="1216152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24358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76288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Payments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76288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deposits or full payments securely — direct to your account.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28600" y="2990088"/>
            <a:ext cx="2011680" cy="17830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56032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5760" y="3154680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82112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47472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7472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bookings, revenue, ratings, and client retention over time.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2404872" y="2990088"/>
            <a:ext cx="2011680" cy="17830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432304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542032" y="3154680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3182112"/>
            <a:ext cx="402336" cy="4023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523744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Client Chat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2523744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clients before and after bookings in the app.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81144" y="2990088"/>
            <a:ext cx="2011680" cy="17830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608576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18304" y="3154680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3182112"/>
            <a:ext cx="402336" cy="40233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700016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4700016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 build your credibility and attract more clients.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757416" y="2990088"/>
            <a:ext cx="2011680" cy="17830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784848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894576" y="3154680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3182112"/>
            <a:ext cx="402336" cy="40233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876288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6876288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handled in accordance with South African privacy law.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7744" y="1152144"/>
            <a:ext cx="2633472" cy="3730752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Mechanic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technician, up to 40 jobs/month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2194560" cy="822960"/>
          </a:xfrm>
          <a:prstGeom prst="rect">
            <a:avLst/>
          </a:prstGeom>
          <a:solidFill>
            <a:srgbClr val="3A22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list + 10% per booking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risk to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26664" y="950976"/>
            <a:ext cx="3182112" cy="4142232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987552"/>
            <a:ext cx="3108960" cy="4069080"/>
          </a:xfrm>
          <a:prstGeom prst="rect">
            <a:avLst/>
          </a:prstGeom>
          <a:solidFill>
            <a:srgbClr val="0D1B2E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(2–8 Bays)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1938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Multi-bay management, analytics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724912"/>
            <a:ext cx="2743200" cy="822960"/>
          </a:xfrm>
          <a:prstGeom prst="rect">
            <a:avLst/>
          </a:prstGeom>
          <a:solidFill>
            <a:srgbClr val="3A22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788920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R1,100/month + 7% per booking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 for growing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18504" y="1152144"/>
            <a:ext cx="2633472" cy="3730752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Commercial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listing, fleet client matching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633472"/>
            <a:ext cx="2194560" cy="822960"/>
          </a:xfrm>
          <a:prstGeom prst="rect">
            <a:avLst/>
          </a:prstGeom>
          <a:solidFill>
            <a:srgbClr val="3A22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 high-volume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MGT Mechanic Works.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097280"/>
            <a:ext cx="1938528" cy="1417320"/>
          </a:xfrm>
          <a:prstGeom prst="rect">
            <a:avLst/>
          </a:prstGeom>
          <a:solidFill>
            <a:srgbClr val="FFB300">
              <a:alpha val="14000"/>
            </a:srgbClr>
          </a:solidFill>
          <a:ln w="12700">
            <a:solidFill>
              <a:srgbClr val="FFB300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Listed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&amp; Rated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097280"/>
            <a:ext cx="1938528" cy="1417320"/>
          </a:xfrm>
          <a:prstGeom prst="rect">
            <a:avLst/>
          </a:prstGeom>
          <a:solidFill>
            <a:srgbClr val="FFB300">
              <a:alpha val="14000"/>
            </a:srgbClr>
          </a:solidFill>
          <a:ln w="12700">
            <a:solidFill>
              <a:srgbClr val="FFB300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22 Minutes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0288" y="1097280"/>
            <a:ext cx="1938528" cy="1417320"/>
          </a:xfrm>
          <a:prstGeom prst="rect">
            <a:avLst/>
          </a:prstGeom>
          <a:solidFill>
            <a:srgbClr val="FFB300">
              <a:alpha val="14000"/>
            </a:srgbClr>
          </a:solidFill>
          <a:ln w="12700">
            <a:solidFill>
              <a:srgbClr val="FFB300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4.7 /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39128" y="1097280"/>
            <a:ext cx="1938528" cy="1417320"/>
          </a:xfrm>
          <a:prstGeom prst="rect">
            <a:avLst/>
          </a:prstGeom>
          <a:solidFill>
            <a:srgbClr val="FFB300">
              <a:alpha val="14000"/>
            </a:srgbClr>
          </a:solidFill>
          <a:ln w="12700">
            <a:solidFill>
              <a:srgbClr val="FFB300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Booked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Growing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" y="2944368"/>
            <a:ext cx="548640" cy="5486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971800"/>
            <a:ext cx="493776" cy="4937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Mechanic provider on MGT is credential-checked before going live on the platform.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27832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92424" y="2944368"/>
            <a:ext cx="548640" cy="5486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971800"/>
            <a:ext cx="493776" cy="4937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050792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Real Users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3364992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are from confirmed bookings. No fake ratings — just honest client feedback.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135624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00216" y="2944368"/>
            <a:ext cx="548640" cy="5486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971800"/>
            <a:ext cx="493776" cy="49377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58584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272784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data and your business data are protected by South Africa's data privacy law.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Mechanic Business in 3 Steps.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80360" y="1965960"/>
            <a:ext cx="338328" cy="73152"/>
          </a:xfrm>
          <a:prstGeom prst="rect">
            <a:avLst/>
          </a:prstGeom>
          <a:solidFill>
            <a:srgbClr val="FFB300">
              <a:alpha val="50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" y="1078992"/>
            <a:ext cx="2724912" cy="38404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005840"/>
            <a:ext cx="749808" cy="74980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mgucatech.com and submit your provider application with your credentials and business details.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24728" y="1965960"/>
            <a:ext cx="338328" cy="73152"/>
          </a:xfrm>
          <a:prstGeom prst="rect">
            <a:avLst/>
          </a:prstGeom>
          <a:solidFill>
            <a:srgbClr val="FFB300">
              <a:alpha val="50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91256" y="1078992"/>
            <a:ext cx="2724912" cy="38404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78808" y="1005840"/>
            <a:ext cx="749808" cy="74980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8808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92024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18688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Verified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355848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reviews your application within 24 hours. We verify your credentials, licences, and identity.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35624" y="1078992"/>
            <a:ext cx="2724912" cy="3840480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63056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23176" y="1005840"/>
            <a:ext cx="749808" cy="74980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23176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920240"/>
            <a:ext cx="914400" cy="914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63056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&amp; Earn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00216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goes live. Customers start finding and booking you immediately through the MGT chat flow.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FFB300">
              <a:alpha val="8000"/>
            </a:srgbClr>
          </a:solidFill>
          <a:ln w="12700">
            <a:solidFill>
              <a:srgbClr val="FFB30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JOIN?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Mechanic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 MGT today.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Services at Your Fingertips.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" y="2761488"/>
            <a:ext cx="2395728" cy="530352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FFB3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87121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admin@mgucatech.com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01568" y="2761488"/>
            <a:ext cx="2395728" cy="530352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FFB3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8712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448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076 047 0141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9048" y="2761488"/>
            <a:ext cx="2395728" cy="530352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FFB3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8712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0196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931920" y="3520440"/>
            <a:ext cx="1280160" cy="1280160"/>
          </a:xfrm>
          <a:prstGeom prst="ellipse">
            <a:avLst/>
          </a:prstGeom>
          <a:solidFill>
            <a:srgbClr val="3A2200"/>
          </a:solidFill>
          <a:ln w="31750">
            <a:solidFill>
              <a:srgbClr val="FFB3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721608"/>
            <a:ext cx="877824" cy="8778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MECHANIC  ·  MgucaTECH  ·  Version 1.0  ·  2025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MGT – Mechanic Platform Deck</dc:title>
  <dc:subject>PptxGenJS Presentation</dc:subject>
  <dc:creator>PptxGenJS</dc:creator>
  <cp:lastModifiedBy>PptxGenJS</cp:lastModifiedBy>
  <cp:revision>1</cp:revision>
  <dcterms:created xsi:type="dcterms:W3CDTF">2026-05-16T12:06:11Z</dcterms:created>
  <dcterms:modified xsi:type="dcterms:W3CDTF">2026-05-16T12:06:11Z</dcterms:modified>
</cp:coreProperties>
</file>