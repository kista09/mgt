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C8960C">
              <a:alpha val="12000"/>
            </a:srgbClr>
          </a:solidFill>
          <a:ln w="12700">
            <a:solidFill>
              <a:srgbClr val="C8960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8960C">
              <a:alpha val="8000"/>
            </a:srgbClr>
          </a:solidFill>
          <a:ln w="12700">
            <a:solidFill>
              <a:srgbClr val="C8960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2A1A00"/>
          </a:solidFill>
          <a:ln w="381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2A1A00"/>
          </a:solidFill>
          <a:ln w="22860">
            <a:solidFill>
              <a:srgbClr val="C896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Business with MGT.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service, reach more customers, and manage bookings — all in one place.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is an open service-booking platform. Whether you run a cleaning company, a tutoring practice, a photography studio, or any other local service — MGT gives you the infrastructure to be discovered, booked, and paid.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YOUR BUSINESS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 Category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supports any local or mobile service business.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 Booking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 you through an intuitive live chat flow.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alerted the moment a customer books you.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Collection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in-app payments — no card machine needed.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reputation with verified customer feedback.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Remote Friendly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everything from your phone, anywhere.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Your Business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business details and service category on MGT.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verifies your credentials — usually within 24 hours.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 and customers can start finding you.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Booked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 via the MGT chat flow — you get notified instantly.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&amp; Grow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payments, build reviews, and grow your client base.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BUSINESS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Your Business?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discovered by thousands of users actively looking for your service.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website? No problem — your MGT profile is your digital storefront.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client messages, and payments in one dashboard.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mean fewer no-shows and more revenue.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faster: MGT's AI matching puts you in front of the right clients.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listing — start for free and scale as you grow.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profile, up to 30 bookings/month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2A1A00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+ 10%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C8960C">
              <a:alpha val="25000"/>
            </a:srgbClr>
          </a:solidFill>
          <a:ln w="12700">
            <a:solidFill>
              <a:srgbClr val="C8960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unlimited bookings,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2A1A00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R750/month + 7%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listing, team accounts, API access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2A1A00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Your Business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C8960C">
              <a:alpha val="14000"/>
            </a:srgbClr>
          </a:solidFill>
          <a:ln w="12700">
            <a:solidFill>
              <a:srgbClr val="C8960C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Categories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C8960C">
              <a:alpha val="14000"/>
            </a:srgbClr>
          </a:solidFill>
          <a:ln w="12700">
            <a:solidFill>
              <a:srgbClr val="C8960C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Active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C8960C">
              <a:alpha val="14000"/>
            </a:srgbClr>
          </a:solidFill>
          <a:ln w="12700">
            <a:solidFill>
              <a:srgbClr val="C8960C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First Booking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48 Hrs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C8960C">
              <a:alpha val="14000"/>
            </a:srgbClr>
          </a:solidFill>
          <a:ln w="12700">
            <a:solidFill>
              <a:srgbClr val="C8960C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Rating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 /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Your Business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Your Business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C8960C">
              <a:alpha val="50000"/>
            </a:srgbClr>
          </a:solidFill>
          <a:ln w="12700">
            <a:solidFill>
              <a:srgbClr val="C8960C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C8960C">
              <a:alpha val="8000"/>
            </a:srgbClr>
          </a:solidFill>
          <a:ln w="12700">
            <a:solidFill>
              <a:srgbClr val="C8960C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Your Business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Business with MGT.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C8960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C896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C8960C">
              <a:alpha val="10000"/>
            </a:srgbClr>
          </a:solidFill>
          <a:ln w="12700">
            <a:solidFill>
              <a:srgbClr val="C8960C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C8960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2A1A00"/>
          </a:solidFill>
          <a:ln w="31750">
            <a:solidFill>
              <a:srgbClr val="C8960C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YOUR BUSINESS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Your Business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