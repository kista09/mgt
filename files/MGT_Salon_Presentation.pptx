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F6EC7">
              <a:alpha val="12000"/>
            </a:srgbClr>
          </a:solidFill>
          <a:ln w="12700">
            <a:solidFill>
              <a:srgbClr val="FF6EC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6EC7">
              <a:alpha val="8000"/>
            </a:srgbClr>
          </a:solidFill>
          <a:ln w="12700">
            <a:solidFill>
              <a:srgbClr val="FF6EC7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3D0025"/>
          </a:solidFill>
          <a:ln w="381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3D0025"/>
          </a:solidFill>
          <a:ln w="22860">
            <a:solidFill>
              <a:srgbClr val="FF6E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Wellness, Booked Instantly.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beauty, spa, and grooming appointments — seamlessly booked through MGT.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Salon connects clients with the best hair stylists, nail technicians, beauty therapists, and spa professionals in their area. No more scrolling Instagram DMs or waiting for a callback — book in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3D0025"/>
          </a:solidFill>
          <a:ln w="12700">
            <a:solidFill>
              <a:srgbClr val="3D002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SALON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Styling &amp; Colouring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stylists who specialise in your look.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Care &amp; Manicures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gel, acrylic, or natural nail appointments.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Massage Therapy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Swedish, deep tissue, hot stone, and more.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&amp; Men's Grooming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Cuts, beard trims, and grooming packages.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Treatments &amp; Facials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treatments, lash extensions, and waxing.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Bridal &amp; Event Packages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and makeup for weddings and special occasions.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Salon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Salon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Treatment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flow asks about the service, hair type, and preferences.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stylists or therapists nearby are shown with portfolios.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and stylist confirmed — deposit taken if applicable.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sent; all preferences shared with the provider in advance.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D0025"/>
          </a:solidFill>
          <a:ln w="12700">
            <a:solidFill>
              <a:srgbClr val="3D00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SALON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Salon?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book you directly — no missed calls, no back-and-forth messages.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portfolio directly on your MGT profile.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slash no-shows and last-minute cancellations.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chair bookings and team schedule in one view.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deposits to protect your time — MGT handles it automatically.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 client base with in-app rebooking and review prompts.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Stylist / Freelancer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profile, unlimited bookings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3D0025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+ 10%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FF6EC7">
              <a:alpha val="25000"/>
            </a:srgbClr>
          </a:solidFill>
          <a:ln w="12700">
            <a:solidFill>
              <a:srgbClr val="FF6EC7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(2–12 Chairs)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management, chair-by-chair scheduling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3D0025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R900/month + 7%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Wellness Centre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treatment menu, group packages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3D0025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Salon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FF6EC7">
              <a:alpha val="14000"/>
            </a:srgbClr>
          </a:solidFill>
          <a:ln w="12700">
            <a:solidFill>
              <a:srgbClr val="FF6EC7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&amp; Stylists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&amp;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FF6EC7">
              <a:alpha val="14000"/>
            </a:srgbClr>
          </a:solidFill>
          <a:ln w="12700">
            <a:solidFill>
              <a:srgbClr val="FF6EC7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Booking Time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75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FF6EC7">
              <a:alpha val="14000"/>
            </a:srgbClr>
          </a:solidFill>
          <a:ln w="12700">
            <a:solidFill>
              <a:srgbClr val="FF6EC7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4.9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FF6EC7">
              <a:alpha val="14000"/>
            </a:srgbClr>
          </a:solidFill>
          <a:ln w="12700">
            <a:solidFill>
              <a:srgbClr val="FF6EC7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Booked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&amp; Rising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Salon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FF6E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Salon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FF6EC7">
              <a:alpha val="50000"/>
            </a:srgbClr>
          </a:solidFill>
          <a:ln w="12700">
            <a:solidFill>
              <a:srgbClr val="FF6EC7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FF6EC7">
              <a:alpha val="8000"/>
            </a:srgbClr>
          </a:solidFill>
          <a:ln w="12700">
            <a:solidFill>
              <a:srgbClr val="FF6EC7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Salon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Wellness, Booked Instantly.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6EC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6EC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FF6EC7">
              <a:alpha val="10000"/>
            </a:srgbClr>
          </a:solidFill>
          <a:ln w="12700">
            <a:solidFill>
              <a:srgbClr val="FF6EC7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FF6EC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3D0025"/>
          </a:solidFill>
          <a:ln w="31750">
            <a:solidFill>
              <a:srgbClr val="FF6EC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SALON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Salon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